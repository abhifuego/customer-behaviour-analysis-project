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" pitchFamily="2" charset="0"/>
      <p:regular r:id="rId13"/>
    </p:embeddedFont>
    <p:embeddedFont>
      <p:font typeface="Libre Baskerville" panose="020000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692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</Words>
  <Application>Microsoft Office PowerPoint</Application>
  <PresentationFormat>Custom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Libre Baskerville</vt:lpstr>
      <vt:lpstr>Libre Baskerville Light</vt:lpstr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abhishek chandola</dc:creator>
  <cp:lastModifiedBy>abhishek chandola</cp:lastModifiedBy>
  <cp:revision>1</cp:revision>
  <dcterms:created xsi:type="dcterms:W3CDTF">2025-10-14T02:52:14Z</dcterms:created>
  <dcterms:modified xsi:type="dcterms:W3CDTF">2026-05-23T14:09:28Z</dcterms:modified>
</cp:coreProperties>
</file>